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1" r:id="rId3"/>
    <p:sldId id="272" r:id="rId4"/>
    <p:sldId id="273" r:id="rId5"/>
    <p:sldId id="274" r:id="rId6"/>
    <p:sldId id="280" r:id="rId7"/>
    <p:sldId id="279" r:id="rId8"/>
    <p:sldId id="257" r:id="rId9"/>
    <p:sldId id="278" r:id="rId10"/>
    <p:sldId id="277" r:id="rId11"/>
    <p:sldId id="276" r:id="rId12"/>
    <p:sldId id="275" r:id="rId13"/>
    <p:sldId id="281" r:id="rId14"/>
    <p:sldId id="282" r:id="rId15"/>
    <p:sldId id="283" r:id="rId16"/>
    <p:sldId id="258" r:id="rId17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2" d="100"/>
          <a:sy n="42" d="100"/>
        </p:scale>
        <p:origin x="996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243221B-F4A5-0D0B-77AD-96253E7F3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56" y="33284"/>
            <a:ext cx="18347556" cy="102537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890302-F8F0-4681-E03A-BE89BCE29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CAD07E-9469-F584-781C-DC74F1702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480"/>
            <a:ext cx="18288000" cy="10294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02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060FB-DF43-6BBF-41AC-EE4A01473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3234E-817C-A9C5-6ECE-1623FB9F55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413" y="0"/>
            <a:ext cx="1838282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6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EB23C3-B2F8-9587-759E-6435D2400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5AFACF-61FE-D6E0-FB38-9A534E24C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7351"/>
            <a:ext cx="18287999" cy="1034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21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027F2-1582-D286-34BB-A3C1B5AA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22B25-15DB-EC43-F988-96EDF2F9A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940" y="0"/>
            <a:ext cx="18315877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78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85D24C-7EAE-83F6-240B-7DF8D71B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AC2B4-25E2-3702-EAAB-69006BB615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210"/>
            <a:ext cx="18288000" cy="10238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B446BD-BB61-ACB9-0384-F829426EE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55C3F1-955A-D77F-E234-BA2BFD43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0" y="77338"/>
            <a:ext cx="18440399" cy="1021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34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870531B-FB4A-4172-DDA3-22CCFF25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848"/>
            <a:ext cx="18288000" cy="103366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02C82-17DA-6FC0-183A-028C9F19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A4D52D-3673-A94F-1E42-EA558CE91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6334"/>
            <a:ext cx="18288000" cy="1033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952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D14DE-82A0-7B38-B4C3-D980002A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D17FA2-5A51-9457-B898-A52697D52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5006"/>
            <a:ext cx="17983200" cy="1010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96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7A9B5-9A9C-EDD7-E9ED-F5FB869BA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C7F04-A0BB-5197-1B6F-95FF70405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98"/>
            <a:ext cx="18287999" cy="1027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8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AA72E8-C79A-4AFB-CB92-66051FCED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549879-8A08-FD4A-EB7C-B5FDA5667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230" y="0"/>
            <a:ext cx="1844246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067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AF622-0BE0-FD1E-8084-612FB4CA7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56A603-B50E-F16C-FDF1-E036C1A9D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33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2071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F77DB6-1BDD-1B28-FDA8-49198F3B1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FC7FEF-BC19-C0A7-8ACB-B36AB309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220"/>
            <a:ext cx="18242995" cy="1014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5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D4C71E-0602-C4F2-E02A-BB75EACFB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49B4AD-17A1-9315-2B09-1F3569056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733" y="0"/>
            <a:ext cx="1839746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40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9492E2-4ED1-70DD-9C74-816AC26B0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040"/>
            <a:ext cx="18288000" cy="101885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Tech Company Presentation</dc:title>
  <dc:creator>DEEPTHI C SHEKAR</dc:creator>
  <cp:lastModifiedBy>Deepthi.C. Shekar</cp:lastModifiedBy>
  <cp:revision>2</cp:revision>
  <dcterms:created xsi:type="dcterms:W3CDTF">2006-08-16T00:00:00Z</dcterms:created>
  <dcterms:modified xsi:type="dcterms:W3CDTF">2026-03-13T18:04:16Z</dcterms:modified>
  <dc:identifier>DAHD17WBXhY</dc:identifier>
</cp:coreProperties>
</file>